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Queue Management &amp; Pre-Ordering 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"Skip the Line. Save Your Time. Trust Your Choice."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 Lines is Broken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millions waste hours standing in physical queues — at hospitals, canteens, and shops.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spend hours in crowded hospital waiting rooms, with no idea when their turn will come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staff waste lunch breaks standing in long canteen 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avoid trusted shops because of unbearable crowds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apps often deliver wrong or defective items — eroding customer trust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reliable way to manage your time while waiting for a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Queues. Real-Time Tracking. Zero Wait.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QueueSmart lets users join queues online, track their turn in real-time, and arrive exactly when needed.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any queue remotely — hospitals, canteens, or local shops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real-time estimation tells you exactly when to arrive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items and pick them up yourself — no delivery middleman, full trust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personally pick up their chosen items from trusted shops — ensuring quality and high trust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Hospitals — Patient Queue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patients waiting for OPDs or doctor consultations.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join the OPD queue online from home or on the 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tracking shows real-time position and estimated wait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the hospital exactly when your number is about to come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crowded waiting rooms — less stress, less exposure to illness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hours of unproductive waiting for patients and caregivers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Canteens — Food Pre-Ordering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 staff pre-order meals and skip the physical line entirely.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menu and place your order before arriving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pre-notified timeline — e.g., "Your meal will be ready in 5 minutes"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in, pick up your food, and leave — zero waiting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busy lunch hours at colleges, offices, and institutions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canteen congestion and improves overall service speed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En-Route Shopping &amp; Shopkeepers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a specific shop on your route, arrive, pay, and pick up — no waiting in crowds.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(e.g., Gurgaon to Delhi) and want to buy from a crowded shop on the way?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order via the app while commuting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dynamic time estimation based on your route and the shop's queue speed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Arrive, pay (online or cash), and pick up your packed items immediately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shop you trust — full control over quality and 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make queue management seamless, transparent, and trustworthy.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60320" cy="21945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Time Estimation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wait time calculated based on live queue speed — know exactly when to arrive.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377440"/>
            <a:ext cx="2560320" cy="21945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Rating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services and read reviews to make informed decisions about where to queue.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560320" cy="21945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Options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or choose cash/pay on delivery — flexibility for every user preference.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to building, learning, and scaling.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40480" cy="246888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38404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Launch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 development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queue management for hospitals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pre-ordering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Shopkeeper order &amp; pickup flow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time estimation engine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3840480" cy="246888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38404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3–4 Months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System for loyal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— suggestions based on past activities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features for all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feedback &amp; rating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Government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 months: Expanding to Government Agencies for massive civic impact.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Government Agencies — e.g., Gas agencies, Ration shops, Municipal offices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issue of long queues for limited resources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transparency in resource distribution — reducing corruption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citizens' time by letting them queue digitally for public services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becomes essential civic infrastructure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Waiting is Not Waiting at 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physical queues at hospitals, canteens, and shops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dynamic tracking saves hours of wasted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pick up items themselves — building trust, unlike delivery apps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rollout: Launch → Personalization &amp; Rewards → Government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designed to save time, reduce frustration, and build trust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Line. Save Your Time. Trust Your Choice.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18288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QueueSmart Pitch Deck 2025</dc:title>
  <dc:subject>PptxGenJS Presentation</dc:subject>
  <dc:creator>QueueSmart</dc:creator>
  <cp:lastModifiedBy>QueueSmart</cp:lastModifiedBy>
  <cp:revision>1</cp:revision>
  <dcterms:created xsi:type="dcterms:W3CDTF">2026-04-16T06:47:04Z</dcterms:created>
  <dcterms:modified xsi:type="dcterms:W3CDTF">2026-04-16T06:47:04Z</dcterms:modified>
</cp:coreProperties>
</file>